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36642-719C-4951-A351-ED2D31C8771B}" v="1" dt="2026-09-23T06:20:28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6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njani Ananth" userId="b7bf48612c68f5b1" providerId="LiveId" clId="{72E61951-34D0-4426-96A4-4C4365FB7F73}"/>
    <pc:docChg chg="addSld delSld modSld">
      <pc:chgData name="Sriranjani Ananth" userId="b7bf48612c68f5b1" providerId="LiveId" clId="{72E61951-34D0-4426-96A4-4C4365FB7F73}" dt="2026-09-23T06:39:19.995" v="17" actId="122"/>
      <pc:docMkLst>
        <pc:docMk/>
      </pc:docMkLst>
      <pc:sldChg chg="del">
        <pc:chgData name="Sriranjani Ananth" userId="b7bf48612c68f5b1" providerId="LiveId" clId="{72E61951-34D0-4426-96A4-4C4365FB7F73}" dt="2026-09-23T06:20:21.731" v="0" actId="47"/>
        <pc:sldMkLst>
          <pc:docMk/>
          <pc:sldMk cId="0" sldId="270"/>
        </pc:sldMkLst>
      </pc:sldChg>
      <pc:sldChg chg="addSp modSp new mod">
        <pc:chgData name="Sriranjani Ananth" userId="b7bf48612c68f5b1" providerId="LiveId" clId="{72E61951-34D0-4426-96A4-4C4365FB7F73}" dt="2026-09-23T06:39:19.995" v="17" actId="122"/>
        <pc:sldMkLst>
          <pc:docMk/>
          <pc:sldMk cId="1622197512" sldId="272"/>
        </pc:sldMkLst>
        <pc:spChg chg="add mod">
          <ac:chgData name="Sriranjani Ananth" userId="b7bf48612c68f5b1" providerId="LiveId" clId="{72E61951-34D0-4426-96A4-4C4365FB7F73}" dt="2026-09-23T06:39:19.995" v="17" actId="122"/>
          <ac:spMkLst>
            <pc:docMk/>
            <pc:sldMk cId="1622197512" sldId="272"/>
            <ac:spMk id="2" creationId="{FAE1DEC8-9195-42F9-82D6-6DBEFB0E61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40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DAA06-7339-AB5A-7BFC-56C3E067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A06CC-8B1A-0F94-A2CD-7141DC546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2DA34-7F8E-EEE8-C9E7-C5AF2A1CD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5FEA2-F0EA-808C-FB3E-FE1EB997A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60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F485-75D7-AB58-06FE-8B87A52B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D425322-263A-45E6-A85B-E985974A8C54}"/>
              </a:ext>
            </a:extLst>
          </p:cNvPr>
          <p:cNvSpPr txBox="1"/>
          <p:nvPr/>
        </p:nvSpPr>
        <p:spPr>
          <a:xfrm>
            <a:off x="0" y="1819097"/>
            <a:ext cx="12174172" cy="12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MAJOR PROJECT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“------------------------TITLE OF THE PROJECT----------------------------”</a:t>
            </a: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0B8AC4-AC3E-055D-459B-EB980164A411}"/>
              </a:ext>
            </a:extLst>
          </p:cNvPr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11B463-6102-2903-ED6A-705C170FE553}"/>
              </a:ext>
            </a:extLst>
          </p:cNvPr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AF1E72-DEE2-5263-E1CC-40676FE19549}"/>
              </a:ext>
            </a:extLst>
          </p:cNvPr>
          <p:cNvSpPr txBox="1"/>
          <p:nvPr/>
        </p:nvSpPr>
        <p:spPr>
          <a:xfrm>
            <a:off x="0" y="116791"/>
            <a:ext cx="1217417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VISVISVESVARAYA TECHNOLOGICAL UNIVERSITY</a:t>
            </a:r>
          </a:p>
          <a:p>
            <a:pPr algn="ctr"/>
            <a:r>
              <a:rPr lang="en-US" alt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Jnana Sangama, Belgaum -590014, Karnataka State, India</a:t>
            </a:r>
          </a:p>
          <a:p>
            <a:pPr algn="ctr">
              <a:lnSpc>
                <a:spcPct val="150000"/>
              </a:lnSpc>
            </a:pP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 &amp; </a:t>
            </a:r>
            <a:r>
              <a:rPr lang="en-US" alt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</a:t>
            </a: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Incl. BCT)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WEST INSTITUTE OF TECHNOLOGY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 Magadi Main Road, Bengaluru, Karnataka — 560 091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2049" name="Image 1">
            <a:extLst>
              <a:ext uri="{FF2B5EF4-FFF2-40B4-BE49-F238E27FC236}">
                <a16:creationId xmlns:a16="http://schemas.microsoft.com/office/drawing/2014/main" id="{B7FC357D-44F6-5AF3-5D0F-DDD2BE6FE76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590" y="158750"/>
            <a:ext cx="106045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190" descr="East West Institute of Technology (EWIT), Bangalore – Courses &amp; Fees">
            <a:extLst>
              <a:ext uri="{FF2B5EF4-FFF2-40B4-BE49-F238E27FC236}">
                <a16:creationId xmlns:a16="http://schemas.microsoft.com/office/drawing/2014/main" id="{69C70E6E-0E76-C12B-9F76-681755B80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59" y="365760"/>
            <a:ext cx="893762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874D1060-E121-4896-9E71-25BF73244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62029" y="3578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10A42B-A5C9-351F-A764-C67A8AE54D82}"/>
              </a:ext>
            </a:extLst>
          </p:cNvPr>
          <p:cNvSpPr txBox="1"/>
          <p:nvPr/>
        </p:nvSpPr>
        <p:spPr>
          <a:xfrm>
            <a:off x="-24154" y="2923190"/>
            <a:ext cx="1220982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By:</a:t>
            </a:r>
          </a:p>
          <a:p>
            <a:pPr algn="ctr"/>
            <a:r>
              <a:rPr lang="en-IN" dirty="0"/>
              <a:t>NAME: USN</a:t>
            </a:r>
          </a:p>
          <a:p>
            <a:pPr algn="ctr"/>
            <a:r>
              <a:rPr lang="en-IN" dirty="0"/>
              <a:t>NAME:USN</a:t>
            </a:r>
          </a:p>
          <a:p>
            <a:pPr algn="ctr"/>
            <a:r>
              <a:rPr lang="en-IN" dirty="0"/>
              <a:t>NAME: USN</a:t>
            </a:r>
          </a:p>
          <a:p>
            <a:pPr algn="ctr"/>
            <a:r>
              <a:rPr lang="en-IN" dirty="0"/>
              <a:t>NAME: USN</a:t>
            </a:r>
          </a:p>
          <a:p>
            <a:pPr algn="ctr"/>
            <a:r>
              <a:rPr lang="en-IN" dirty="0">
                <a:solidFill>
                  <a:schemeClr val="bg2"/>
                </a:solidFill>
              </a:rPr>
              <a:t>--------------------------------------------------------------------------------------------------------------------------------------------------------------------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Under the Guidance of:</a:t>
            </a:r>
          </a:p>
          <a:p>
            <a:pPr algn="ctr"/>
            <a:r>
              <a:rPr lang="en-US" dirty="0"/>
              <a:t>GUIDE NAME</a:t>
            </a:r>
          </a:p>
          <a:p>
            <a:pPr algn="ctr"/>
            <a:r>
              <a:rPr lang="en-US" dirty="0"/>
              <a:t>DESIGNATION</a:t>
            </a:r>
          </a:p>
          <a:p>
            <a:pPr algn="ctr"/>
            <a:r>
              <a:rPr lang="en-US" dirty="0"/>
              <a:t>DEPARMENT</a:t>
            </a:r>
            <a:endParaRPr lang="en-IN" dirty="0"/>
          </a:p>
          <a:p>
            <a:pPr algn="ctr"/>
            <a:r>
              <a:rPr lang="en-IN" dirty="0"/>
              <a:t>EWIT</a:t>
            </a:r>
          </a:p>
          <a:p>
            <a:pPr algn="ctr"/>
            <a:endParaRPr lang="en-IN" dirty="0"/>
          </a:p>
          <a:p>
            <a:pPr algn="ctr"/>
            <a:r>
              <a:rPr lang="en-IN" sz="1000" dirty="0"/>
              <a:t>DATE OF REVIEW</a:t>
            </a:r>
          </a:p>
        </p:txBody>
      </p:sp>
    </p:spTree>
    <p:extLst>
      <p:ext uri="{BB962C8B-B14F-4D97-AF65-F5344CB8AC3E}">
        <p14:creationId xmlns:p14="http://schemas.microsoft.com/office/powerpoint/2010/main" val="274949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/ Background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1–2 slides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introduce the domain and context of the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real-world problem or need that motivates the work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pictorial representation (diagram/figure) is expected and appreciated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89788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58978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high-level — save details for the objectives and methodology sections.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/ Related 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2–3 slides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key existing work, tools, or systems related to your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comparison table where possible (author/system, approach, limitation)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into the gap your project addresses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89788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58978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works together instead of listing papers one by one.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specific problem/gap identified from the literature review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this problem matters and who benefits from solving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2–3 crisp sentences — this anchors the rest of the talk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3–5 clear, measurable objectives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is in scope and explicitly what is out of scope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objective should be traceable later to methodology and results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/ System Design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3–5 slides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system architecture / block diagram / workflow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approach for each objective (algorithm, model, module)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dataset or sample size details if applicable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the overall study/work plan can also be presented 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89788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58978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diagram per slide rather than cramming architecture and workflow together.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1–2 slides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languages, frameworks, hardware/software, and platforms used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describe the implementation strategy or development phases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any standards, datasets, or APIs relied upon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2–3 slides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achieved so far (or expected, if work is in progress)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graphs, screenshots, or tables — avoid dense raw data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what the results mean, not just what they show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897880"/>
            <a:ext cx="1060704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58978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in-progress project, clearly label results as 'preliminary' or 'expected'.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correctness/performance was verified (test cases, metrics)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any statistical or comparative analysis used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current limitations observed during testing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Challenges &amp; Mitigation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key risks or challenges to completing the project on time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plan to address each one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any dependencies outside your control (data access, hardware, etc.)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Future Scope &amp; 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significance and expected outcome of the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practical applications or beneficiaries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possible extensions or future work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Relevant SDGs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 (include if applicable to your institution's guidelines)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UN Sustainable Development Goal(s) the project aligns with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justify the connection in one or two lines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OF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5669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207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 maximum of 10 key references for the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consistent citation style (e.g., IEEE or Vancouver) as required by your department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reference cited in earlier slides appears here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E1DEC8-9195-42F9-82D6-6DBEFB0E6198}"/>
              </a:ext>
            </a:extLst>
          </p:cNvPr>
          <p:cNvSpPr txBox="1"/>
          <p:nvPr/>
        </p:nvSpPr>
        <p:spPr>
          <a:xfrm>
            <a:off x="1" y="2956351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62219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719</Words>
  <Application>Microsoft Office PowerPoint</Application>
  <PresentationFormat>Widescreen</PresentationFormat>
  <Paragraphs>136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Sriranjani Ananth</cp:lastModifiedBy>
  <cp:revision>2</cp:revision>
  <dcterms:created xsi:type="dcterms:W3CDTF">2026-09-23T05:44:52Z</dcterms:created>
  <dcterms:modified xsi:type="dcterms:W3CDTF">2026-09-23T06:39:22Z</dcterms:modified>
</cp:coreProperties>
</file>